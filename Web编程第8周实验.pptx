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23"/>
  </p:notesMasterIdLst>
  <p:handoutMasterIdLst>
    <p:handoutMasterId r:id="rId24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Cai" initials="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192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2.jpe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486847" y="2130501"/>
            <a:ext cx="6185195" cy="898964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486847" y="3406073"/>
            <a:ext cx="6246303" cy="474313"/>
          </a:xfrm>
        </p:spPr>
        <p:txBody>
          <a:bodyPr lIns="90000" tIns="0" rIns="90000" bIns="468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1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grpSp>
        <p:nvGrpSpPr>
          <p:cNvPr id="4" name="组合 3"/>
          <p:cNvGrpSpPr/>
          <p:nvPr userDrawn="1">
            <p:custDataLst>
              <p:tags r:id="rId7"/>
            </p:custDataLst>
          </p:nvPr>
        </p:nvGrpSpPr>
        <p:grpSpPr>
          <a:xfrm>
            <a:off x="-19745" y="0"/>
            <a:ext cx="11817587" cy="6892260"/>
            <a:chOff x="-19745" y="0"/>
            <a:chExt cx="11817586" cy="6892260"/>
          </a:xfrm>
        </p:grpSpPr>
        <p:sp>
          <p:nvSpPr>
            <p:cNvPr id="7" name="任意多边形: 形状 6"/>
            <p:cNvSpPr/>
            <p:nvPr userDrawn="1">
              <p:custDataLst>
                <p:tags r:id="rId8"/>
              </p:custDataLst>
            </p:nvPr>
          </p:nvSpPr>
          <p:spPr>
            <a:xfrm rot="10800000">
              <a:off x="-19745" y="0"/>
              <a:ext cx="2427300" cy="2764457"/>
            </a:xfrm>
            <a:custGeom>
              <a:avLst/>
              <a:gdLst>
                <a:gd name="connsiteX0" fmla="*/ 2427300 w 2427300"/>
                <a:gd name="connsiteY0" fmla="*/ 2764457 h 2764457"/>
                <a:gd name="connsiteX1" fmla="*/ 0 w 2427300"/>
                <a:gd name="connsiteY1" fmla="*/ 2764457 h 2764457"/>
                <a:gd name="connsiteX2" fmla="*/ 1742483 w 2427300"/>
                <a:gd name="connsiteY2" fmla="*/ 0 h 2764457"/>
                <a:gd name="connsiteX3" fmla="*/ 2427300 w 2427300"/>
                <a:gd name="connsiteY3" fmla="*/ 1086466 h 2764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7300" h="2764457">
                  <a:moveTo>
                    <a:pt x="2427300" y="2764457"/>
                  </a:moveTo>
                  <a:lnTo>
                    <a:pt x="0" y="2764457"/>
                  </a:lnTo>
                  <a:lnTo>
                    <a:pt x="1742483" y="0"/>
                  </a:lnTo>
                  <a:lnTo>
                    <a:pt x="2427300" y="108646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9"/>
              </p:custDataLst>
            </p:nvPr>
          </p:nvSpPr>
          <p:spPr>
            <a:xfrm>
              <a:off x="-19744" y="3106180"/>
              <a:ext cx="2880823" cy="3786080"/>
            </a:xfrm>
            <a:custGeom>
              <a:avLst/>
              <a:gdLst>
                <a:gd name="connsiteX0" fmla="*/ 684897 w 2880823"/>
                <a:gd name="connsiteY0" fmla="*/ 0 h 3786080"/>
                <a:gd name="connsiteX1" fmla="*/ 2880823 w 2880823"/>
                <a:gd name="connsiteY1" fmla="*/ 3786080 h 3786080"/>
                <a:gd name="connsiteX2" fmla="*/ 0 w 2880823"/>
                <a:gd name="connsiteY2" fmla="*/ 3786080 h 3786080"/>
                <a:gd name="connsiteX3" fmla="*/ 0 w 2880823"/>
                <a:gd name="connsiteY3" fmla="*/ 1180857 h 3786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0823" h="3786080">
                  <a:moveTo>
                    <a:pt x="684897" y="0"/>
                  </a:moveTo>
                  <a:lnTo>
                    <a:pt x="2880823" y="3786080"/>
                  </a:lnTo>
                  <a:lnTo>
                    <a:pt x="0" y="3786080"/>
                  </a:lnTo>
                  <a:lnTo>
                    <a:pt x="0" y="11808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任意多边形: 形状 8"/>
            <p:cNvSpPr/>
            <p:nvPr userDrawn="1">
              <p:custDataLst>
                <p:tags r:id="rId10"/>
              </p:custDataLst>
            </p:nvPr>
          </p:nvSpPr>
          <p:spPr>
            <a:xfrm rot="5400000">
              <a:off x="-712814" y="2685879"/>
              <a:ext cx="1978851" cy="592710"/>
            </a:xfrm>
            <a:custGeom>
              <a:avLst/>
              <a:gdLst>
                <a:gd name="connsiteX0" fmla="*/ 0 w 1978851"/>
                <a:gd name="connsiteY0" fmla="*/ 592710 h 592710"/>
                <a:gd name="connsiteX1" fmla="*/ 989425 w 1978851"/>
                <a:gd name="connsiteY1" fmla="*/ 0 h 592710"/>
                <a:gd name="connsiteX2" fmla="*/ 1978851 w 1978851"/>
                <a:gd name="connsiteY2" fmla="*/ 592710 h 592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78851" h="592710">
                  <a:moveTo>
                    <a:pt x="0" y="592710"/>
                  </a:moveTo>
                  <a:lnTo>
                    <a:pt x="989425" y="0"/>
                  </a:lnTo>
                  <a:lnTo>
                    <a:pt x="1978851" y="5927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11"/>
            <p:cNvSpPr/>
            <p:nvPr userDrawn="1">
              <p:custDataLst>
                <p:tags r:id="rId11"/>
              </p:custDataLst>
            </p:nvPr>
          </p:nvSpPr>
          <p:spPr>
            <a:xfrm>
              <a:off x="2861079" y="5298431"/>
              <a:ext cx="1848842" cy="159382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13"/>
            <p:cNvSpPr/>
            <p:nvPr userDrawn="1">
              <p:custDataLst>
                <p:tags r:id="rId12"/>
              </p:custDataLst>
            </p:nvPr>
          </p:nvSpPr>
          <p:spPr>
            <a:xfrm rot="3600000">
              <a:off x="1132840" y="1963551"/>
              <a:ext cx="3794133" cy="3270803"/>
            </a:xfrm>
            <a:prstGeom prst="triangle">
              <a:avLst/>
            </a:prstGeom>
            <a:blipFill dpi="0" rotWithShape="0">
              <a:blip r:embed="rId13"/>
              <a:srcRect/>
              <a:stretch>
                <a:fillRect t="1000" b="-2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12" name="组合 11"/>
            <p:cNvGrpSpPr/>
            <p:nvPr userDrawn="1">
              <p:custDataLst>
                <p:tags r:id="rId14"/>
              </p:custDataLst>
            </p:nvPr>
          </p:nvGrpSpPr>
          <p:grpSpPr>
            <a:xfrm>
              <a:off x="11668459" y="549424"/>
              <a:ext cx="129382" cy="473109"/>
              <a:chOff x="11537206" y="483307"/>
              <a:chExt cx="201523" cy="736906"/>
            </a:xfrm>
            <a:solidFill>
              <a:schemeClr val="accent1"/>
            </a:solidFill>
          </p:grpSpPr>
          <p:sp>
            <p:nvSpPr>
              <p:cNvPr id="13" name="椭圆 12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537206" y="483307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4" name="椭圆 13"/>
              <p:cNvSpPr/>
              <p:nvPr>
                <p:custDataLst>
                  <p:tags r:id="rId16"/>
                </p:custDataLst>
              </p:nvPr>
            </p:nvSpPr>
            <p:spPr>
              <a:xfrm>
                <a:off x="11537207" y="744908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5" name="椭圆 14"/>
              <p:cNvSpPr/>
              <p:nvPr>
                <p:custDataLst>
                  <p:tags r:id="rId17"/>
                </p:custDataLst>
              </p:nvPr>
            </p:nvSpPr>
            <p:spPr>
              <a:xfrm>
                <a:off x="11542786" y="1024270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19" name="圆角矩形 20"/>
            <p:cNvSpPr/>
            <p:nvPr userDrawn="1">
              <p:custDataLst>
                <p:tags r:id="rId18"/>
              </p:custDataLst>
            </p:nvPr>
          </p:nvSpPr>
          <p:spPr>
            <a:xfrm>
              <a:off x="5633482" y="3158748"/>
              <a:ext cx="1163781" cy="7482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三角形 12"/>
            <p:cNvSpPr/>
            <p:nvPr userDrawn="1">
              <p:custDataLst>
                <p:tags r:id="rId19"/>
              </p:custDataLst>
            </p:nvPr>
          </p:nvSpPr>
          <p:spPr>
            <a:xfrm rot="3600000">
              <a:off x="1574330" y="1748429"/>
              <a:ext cx="3794133" cy="327080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9876791" y="5137309"/>
            <a:ext cx="1864995" cy="404813"/>
          </a:xfrm>
        </p:spPr>
        <p:txBody>
          <a:bodyPr lIns="90000" tIns="46800" rIns="90000" bIns="0" anchor="b" anchorCtr="0"/>
          <a:lstStyle>
            <a:lvl1pPr marL="0" indent="0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9876791" y="5717064"/>
            <a:ext cx="1864995" cy="404813"/>
          </a:xfrm>
        </p:spPr>
        <p:txBody>
          <a:bodyPr lIns="90000" tIns="0" rIns="90000" bIns="46800" anchor="t" anchorCtr="0"/>
          <a:lstStyle>
            <a:lvl1pPr marL="0" indent="0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60000" y="360000"/>
            <a:ext cx="11520000" cy="720000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360000" y="1260000"/>
            <a:ext cx="11520000" cy="504000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360000" y="6480000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480000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280000" y="6480000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528157" y="0"/>
            <a:ext cx="11663843" cy="6892260"/>
            <a:chOff x="528157" y="0"/>
            <a:chExt cx="11663843" cy="6892260"/>
          </a:xfrm>
        </p:grpSpPr>
        <p:sp>
          <p:nvSpPr>
            <p:cNvPr id="7" name="三角形 6"/>
            <p:cNvSpPr/>
            <p:nvPr userDrawn="1">
              <p:custDataLst>
                <p:tags r:id="rId3"/>
              </p:custDataLst>
            </p:nvPr>
          </p:nvSpPr>
          <p:spPr>
            <a:xfrm rot="10800000">
              <a:off x="528157" y="0"/>
              <a:ext cx="2080887" cy="1650670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三角形 7"/>
            <p:cNvSpPr/>
            <p:nvPr userDrawn="1">
              <p:custDataLst>
                <p:tags r:id="rId4"/>
              </p:custDataLst>
            </p:nvPr>
          </p:nvSpPr>
          <p:spPr>
            <a:xfrm>
              <a:off x="9227714" y="5093898"/>
              <a:ext cx="2086099" cy="179836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8"/>
            <p:cNvSpPr/>
            <p:nvPr userDrawn="1">
              <p:custDataLst>
                <p:tags r:id="rId5"/>
              </p:custDataLst>
            </p:nvPr>
          </p:nvSpPr>
          <p:spPr>
            <a:xfrm>
              <a:off x="11313813" y="6135202"/>
              <a:ext cx="878187" cy="757058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9"/>
            <p:cNvSpPr/>
            <p:nvPr userDrawn="1">
              <p:custDataLst>
                <p:tags r:id="rId6"/>
              </p:custDataLst>
            </p:nvPr>
          </p:nvSpPr>
          <p:spPr>
            <a:xfrm>
              <a:off x="2133732" y="1992725"/>
              <a:ext cx="2699999" cy="232758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4992979" y="3109836"/>
            <a:ext cx="4846987" cy="584007"/>
          </a:xfrm>
        </p:spPr>
        <p:txBody>
          <a:bodyPr lIns="90000" tIns="46800" rIns="90000" bIns="0" anchor="b" anchorCtr="0">
            <a:normAutofit/>
          </a:bodyPr>
          <a:lstStyle>
            <a:lvl1pPr>
              <a:defRPr sz="27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4992979" y="3949176"/>
            <a:ext cx="4846987" cy="584007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7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238877" y="1626121"/>
            <a:ext cx="5283243" cy="404168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1" name="任意多边形: 形状 10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3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9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0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1" y="498476"/>
            <a:ext cx="10852237" cy="331473"/>
          </a:xfrm>
        </p:spPr>
        <p:txBody>
          <a:bodyPr lIns="90000" tIns="46800" rIns="90000" bIns="46800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7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8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6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7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0638975" y="5416759"/>
            <a:ext cx="1553024" cy="1432837"/>
            <a:chOff x="10898426" y="5656127"/>
            <a:chExt cx="1293583" cy="1193474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26" y="6156793"/>
              <a:ext cx="678847" cy="69280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20" y="5656127"/>
              <a:ext cx="771189" cy="1193474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3028067" y="0"/>
            <a:ext cx="6276189" cy="6858000"/>
            <a:chOff x="3028067" y="0"/>
            <a:chExt cx="6276189" cy="6858000"/>
          </a:xfrm>
        </p:grpSpPr>
        <p:sp>
          <p:nvSpPr>
            <p:cNvPr id="6" name="三角形 3"/>
            <p:cNvSpPr/>
            <p:nvPr userDrawn="1">
              <p:custDataLst>
                <p:tags r:id="rId3"/>
              </p:custDataLst>
            </p:nvPr>
          </p:nvSpPr>
          <p:spPr>
            <a:xfrm rot="10800000">
              <a:off x="5055555" y="0"/>
              <a:ext cx="2080887" cy="165067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任意多边形: 形状 6"/>
            <p:cNvSpPr/>
            <p:nvPr userDrawn="1">
              <p:custDataLst>
                <p:tags r:id="rId4"/>
              </p:custDataLst>
            </p:nvPr>
          </p:nvSpPr>
          <p:spPr>
            <a:xfrm>
              <a:off x="5676777" y="6135202"/>
              <a:ext cx="838445" cy="722798"/>
            </a:xfrm>
            <a:custGeom>
              <a:avLst/>
              <a:gdLst>
                <a:gd name="connsiteX0" fmla="*/ 419223 w 838445"/>
                <a:gd name="connsiteY0" fmla="*/ 0 h 722798"/>
                <a:gd name="connsiteX1" fmla="*/ 838445 w 838445"/>
                <a:gd name="connsiteY1" fmla="*/ 722798 h 722798"/>
                <a:gd name="connsiteX2" fmla="*/ 0 w 838445"/>
                <a:gd name="connsiteY2" fmla="*/ 722798 h 722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8445" h="722798">
                  <a:moveTo>
                    <a:pt x="419223" y="0"/>
                  </a:moveTo>
                  <a:lnTo>
                    <a:pt x="838445" y="722798"/>
                  </a:lnTo>
                  <a:lnTo>
                    <a:pt x="0" y="7227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三角形 5"/>
            <p:cNvSpPr/>
            <p:nvPr userDrawn="1">
              <p:custDataLst>
                <p:tags r:id="rId5"/>
              </p:custDataLst>
            </p:nvPr>
          </p:nvSpPr>
          <p:spPr>
            <a:xfrm>
              <a:off x="3028067" y="2477828"/>
              <a:ext cx="392165" cy="33807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6"/>
            <p:cNvSpPr/>
            <p:nvPr userDrawn="1">
              <p:custDataLst>
                <p:tags r:id="rId6"/>
              </p:custDataLst>
            </p:nvPr>
          </p:nvSpPr>
          <p:spPr>
            <a:xfrm rot="2748548">
              <a:off x="8939137" y="3459125"/>
              <a:ext cx="392165" cy="33807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3420232" y="2917321"/>
            <a:ext cx="5352795" cy="900247"/>
          </a:xfrm>
        </p:spPr>
        <p:txBody>
          <a:bodyPr vert="horz" lIns="90000" tIns="46800" rIns="9000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95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3419475" y="4115997"/>
            <a:ext cx="5457825" cy="541734"/>
          </a:xfrm>
        </p:spPr>
        <p:txBody>
          <a:bodyPr lIns="91440" tIns="0" rIns="91440" bIns="45720"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spc="300" baseline="0"/>
            </a:lvl1pPr>
          </a:lstStyle>
          <a:p>
            <a:pPr lvl="0"/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3" name="任意多边形: 形状 12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1" y="498476"/>
            <a:ext cx="10852237" cy="331473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1" cy="62496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 baseline="0">
              <a:solidFill>
                <a:schemeClr val="tx1">
                  <a:lumMod val="85000"/>
                  <a:lumOff val="1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三角形 6"/>
          <p:cNvSpPr/>
          <p:nvPr userDrawn="1">
            <p:custDataLst>
              <p:tags r:id="rId3"/>
            </p:custDataLst>
          </p:nvPr>
        </p:nvSpPr>
        <p:spPr>
          <a:xfrm rot="10800000">
            <a:off x="240665" y="0"/>
            <a:ext cx="1268731" cy="82550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三角形 7"/>
          <p:cNvSpPr/>
          <p:nvPr userDrawn="1">
            <p:custDataLst>
              <p:tags r:id="rId4"/>
            </p:custDataLst>
          </p:nvPr>
        </p:nvSpPr>
        <p:spPr>
          <a:xfrm>
            <a:off x="10157460" y="5823585"/>
            <a:ext cx="1449071" cy="102997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三角形 8"/>
          <p:cNvSpPr/>
          <p:nvPr userDrawn="1">
            <p:custDataLst>
              <p:tags r:id="rId5"/>
            </p:custDataLst>
          </p:nvPr>
        </p:nvSpPr>
        <p:spPr>
          <a:xfrm>
            <a:off x="11200765" y="6153150"/>
            <a:ext cx="991235" cy="70485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kumimoji="1" lang="zh-CN" alt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 hasCustomPrompt="1"/>
            <p:custDataLst>
              <p:tags r:id="rId7"/>
            </p:custDataLst>
          </p:nvPr>
        </p:nvSpPr>
        <p:spPr>
          <a:xfrm>
            <a:off x="1281113" y="2594250"/>
            <a:ext cx="9626600" cy="25839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4" name="组合 13"/>
          <p:cNvGrpSpPr/>
          <p:nvPr userDrawn="1">
            <p:custDataLst>
              <p:tags r:id="rId3"/>
            </p:custDataLst>
          </p:nvPr>
        </p:nvGrpSpPr>
        <p:grpSpPr>
          <a:xfrm>
            <a:off x="-1" y="5207000"/>
            <a:ext cx="1807912" cy="1667994"/>
            <a:chOff x="-1" y="5000255"/>
            <a:chExt cx="2032000" cy="1874739"/>
          </a:xfrm>
        </p:grpSpPr>
        <p:sp>
          <p:nvSpPr>
            <p:cNvPr id="15" name="任意多边形: 形状 14"/>
            <p:cNvSpPr/>
            <p:nvPr>
              <p:custDataLst>
                <p:tags r:id="rId4"/>
              </p:custDataLst>
            </p:nvPr>
          </p:nvSpPr>
          <p:spPr>
            <a:xfrm flipH="1">
              <a:off x="965649" y="5786718"/>
              <a:ext cx="1066350" cy="108827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三角形 7"/>
            <p:cNvSpPr/>
            <p:nvPr>
              <p:custDataLst>
                <p:tags r:id="rId5"/>
              </p:custDataLst>
            </p:nvPr>
          </p:nvSpPr>
          <p:spPr>
            <a:xfrm flipH="1">
              <a:off x="-1" y="5000255"/>
              <a:ext cx="1211405" cy="1874739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8"/>
            <p:cNvSpPr/>
            <p:nvPr>
              <p:custDataLst>
                <p:tags r:id="rId6"/>
              </p:custDataLst>
            </p:nvPr>
          </p:nvSpPr>
          <p:spPr>
            <a:xfrm rot="10800000" flipH="1">
              <a:off x="594749" y="5786311"/>
              <a:ext cx="636641" cy="472228"/>
            </a:xfrm>
            <a:prstGeom prst="triangle">
              <a:avLst/>
            </a:prstGeom>
            <a:solidFill>
              <a:schemeClr val="accent3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7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586800" y="2275650"/>
            <a:ext cx="3956400" cy="3069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5101200" y="1405930"/>
            <a:ext cx="6480000" cy="3815953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 flipH="1">
            <a:off x="10638971" y="0"/>
            <a:ext cx="1553029" cy="1432837"/>
            <a:chOff x="10898414" y="5656121"/>
            <a:chExt cx="1293586" cy="1193473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7"/>
            <p:cNvSpPr/>
            <p:nvPr>
              <p:custDataLst>
                <p:tags r:id="rId5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三角形 8"/>
            <p:cNvSpPr/>
            <p:nvPr>
              <p:custDataLst>
                <p:tags r:id="rId6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/>
          <a:lstStyle>
            <a:lvl1pPr algn="ctr">
              <a:defRPr sz="27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612000" y="1763100"/>
            <a:ext cx="10975975" cy="621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12775" y="3236850"/>
            <a:ext cx="10965600" cy="25731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>
            <p:custDataLst>
              <p:tags r:id="rId2"/>
            </p:custDataLst>
          </p:nvPr>
        </p:nvGrpSpPr>
        <p:grpSpPr>
          <a:xfrm rot="10800000" flipH="1">
            <a:off x="10638971" y="0"/>
            <a:ext cx="1553029" cy="1432837"/>
            <a:chOff x="10898414" y="5656121"/>
            <a:chExt cx="1293586" cy="1193473"/>
          </a:xfrm>
        </p:grpSpPr>
        <p:sp>
          <p:nvSpPr>
            <p:cNvPr id="16" name="任意多边形: 形状 15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04800" y="740250"/>
            <a:ext cx="10976400" cy="423900"/>
          </a:xfrm>
        </p:spPr>
        <p:txBody>
          <a:bodyPr lIns="90000" tIns="46800" rIns="90000" bIns="46800" anchor="ctr">
            <a:normAutofit/>
          </a:bodyPr>
          <a:lstStyle>
            <a:lvl1pPr algn="ctr">
              <a:lnSpc>
                <a:spcPct val="100000"/>
              </a:lnSpc>
              <a:defRPr sz="24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1"/>
            </p:custDataLst>
          </p:nvPr>
        </p:nvSpPr>
        <p:spPr>
          <a:xfrm>
            <a:off x="604837" y="2082600"/>
            <a:ext cx="10990800" cy="2408400"/>
          </a:xfrm>
        </p:spPr>
        <p:txBody>
          <a:bodyPr lIns="90000" tIns="46800" rIns="90000" bIns="46800"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2"/>
            </p:custDataLst>
          </p:nvPr>
        </p:nvSpPr>
        <p:spPr>
          <a:xfrm>
            <a:off x="594000" y="5306850"/>
            <a:ext cx="11001600" cy="758700"/>
          </a:xfrm>
        </p:spPr>
        <p:txBody>
          <a:bodyPr lIns="90000" tIns="46800" rIns="90000" bIns="468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92846"/>
            <a:ext cx="11037600" cy="33147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2025000"/>
            <a:ext cx="5367600" cy="217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914450"/>
            <a:ext cx="53424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910850"/>
            <a:ext cx="53676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9" name="组合 18"/>
          <p:cNvGrpSpPr/>
          <p:nvPr userDrawn="1">
            <p:custDataLst>
              <p:tags r:id="rId3"/>
            </p:custDataLst>
          </p:nvPr>
        </p:nvGrpSpPr>
        <p:grpSpPr>
          <a:xfrm>
            <a:off x="0" y="4462145"/>
            <a:ext cx="2067560" cy="2386965"/>
            <a:chOff x="0" y="4462199"/>
            <a:chExt cx="2587015" cy="2386801"/>
          </a:xfrm>
        </p:grpSpPr>
        <p:sp>
          <p:nvSpPr>
            <p:cNvPr id="20" name="任意多边形: 形状 19"/>
            <p:cNvSpPr/>
            <p:nvPr>
              <p:custDataLst>
                <p:tags r:id="rId4"/>
              </p:custDataLst>
            </p:nvPr>
          </p:nvSpPr>
          <p:spPr>
            <a:xfrm flipH="1">
              <a:off x="1229405" y="5463474"/>
              <a:ext cx="1357610" cy="138552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三角形 7"/>
            <p:cNvSpPr/>
            <p:nvPr>
              <p:custDataLst>
                <p:tags r:id="rId5"/>
              </p:custDataLst>
            </p:nvPr>
          </p:nvSpPr>
          <p:spPr>
            <a:xfrm flipH="1">
              <a:off x="0" y="4462199"/>
              <a:ext cx="1542284" cy="238680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三角形 8"/>
            <p:cNvSpPr/>
            <p:nvPr>
              <p:custDataLst>
                <p:tags r:id="rId6"/>
              </p:custDataLst>
            </p:nvPr>
          </p:nvSpPr>
          <p:spPr>
            <a:xfrm rot="10800000" flipH="1">
              <a:off x="757198" y="5462956"/>
              <a:ext cx="810531" cy="60121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7"/>
            </p:custDataLst>
          </p:nvPr>
        </p:nvGrpSpPr>
        <p:grpSpPr>
          <a:xfrm rot="10800000">
            <a:off x="10121900" y="0"/>
            <a:ext cx="2067560" cy="2386965"/>
            <a:chOff x="0" y="4462199"/>
            <a:chExt cx="2587015" cy="2386801"/>
          </a:xfrm>
        </p:grpSpPr>
        <p:sp>
          <p:nvSpPr>
            <p:cNvPr id="24" name="任意多边形: 形状 23"/>
            <p:cNvSpPr/>
            <p:nvPr>
              <p:custDataLst>
                <p:tags r:id="rId8"/>
              </p:custDataLst>
            </p:nvPr>
          </p:nvSpPr>
          <p:spPr>
            <a:xfrm flipH="1">
              <a:off x="1229405" y="5463474"/>
              <a:ext cx="1357610" cy="138552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三角形 7"/>
            <p:cNvSpPr/>
            <p:nvPr>
              <p:custDataLst>
                <p:tags r:id="rId9"/>
              </p:custDataLst>
            </p:nvPr>
          </p:nvSpPr>
          <p:spPr>
            <a:xfrm flipH="1">
              <a:off x="0" y="4462199"/>
              <a:ext cx="1542284" cy="238680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三角形 8"/>
            <p:cNvSpPr/>
            <p:nvPr>
              <p:custDataLst>
                <p:tags r:id="rId10"/>
              </p:custDataLst>
            </p:nvPr>
          </p:nvSpPr>
          <p:spPr>
            <a:xfrm rot="10800000" flipH="1">
              <a:off x="757198" y="5462956"/>
              <a:ext cx="810531" cy="60121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1522800" y="1637550"/>
            <a:ext cx="9144000" cy="17901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4500" b="1" strike="noStrike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5"/>
            </p:custDataLst>
          </p:nvPr>
        </p:nvSpPr>
        <p:spPr>
          <a:xfrm>
            <a:off x="1522413" y="4069800"/>
            <a:ext cx="9144000" cy="12420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117600" y="6356351"/>
            <a:ext cx="36576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84800" y="6356351"/>
            <a:ext cx="54864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80800" y="6356351"/>
            <a:ext cx="36576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8708" y="98448"/>
            <a:ext cx="10348383" cy="75723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67833" y="1081089"/>
            <a:ext cx="11142133" cy="505618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8" Type="http://schemas.openxmlformats.org/officeDocument/2006/relationships/theme" Target="../theme/theme2.xml"/><Relationship Id="rId27" Type="http://schemas.openxmlformats.org/officeDocument/2006/relationships/tags" Target="../tags/tag191.xml"/><Relationship Id="rId26" Type="http://schemas.openxmlformats.org/officeDocument/2006/relationships/tags" Target="../tags/tag190.xml"/><Relationship Id="rId25" Type="http://schemas.openxmlformats.org/officeDocument/2006/relationships/tags" Target="../tags/tag189.xml"/><Relationship Id="rId24" Type="http://schemas.openxmlformats.org/officeDocument/2006/relationships/tags" Target="../tags/tag188.xml"/><Relationship Id="rId23" Type="http://schemas.openxmlformats.org/officeDocument/2006/relationships/tags" Target="../tags/tag187.xml"/><Relationship Id="rId22" Type="http://schemas.openxmlformats.org/officeDocument/2006/relationships/tags" Target="../tags/tag186.xml"/><Relationship Id="rId21" Type="http://schemas.openxmlformats.org/officeDocument/2006/relationships/image" Target="../media/image1.png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>
            <a:alphaModFix amt="1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0040" y="219075"/>
            <a:ext cx="11821160" cy="691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405" y="1100455"/>
            <a:ext cx="11821795" cy="5259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9405" y="64331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217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91015" y="64217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5945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5189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1">
            <a:alphaModFix amt="1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6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7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2103120"/>
            <a:ext cx="6185001" cy="1051560"/>
          </a:xfrm>
        </p:spPr>
        <p:txBody>
          <a:bodyPr wrap="none"/>
          <a:lstStyle/>
          <a:p>
            <a:r>
              <a:rPr sz="54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Web编程</a:t>
            </a:r>
            <a:endParaRPr sz="54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3246120"/>
            <a:ext cx="6246266" cy="1371600"/>
          </a:xfrm>
        </p:spPr>
        <p:txBody>
          <a:bodyPr wrap="none"/>
          <a:lstStyle/>
          <a:p>
            <a:r>
              <a:rPr sz="2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第8周 · 实验课</a:t>
            </a:r>
            <a:endParaRPr sz="2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事件委托重构 + 边界防御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AI-2 调试挑战</a:t>
            </a:r>
            <a:endParaRPr sz="2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none"/>
          <a:lstStyle/>
          <a:p>
            <a:pPr algn="r"/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蔡树彬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 wrap="none"/>
          <a:lstStyle/>
          <a:p>
            <a:pPr algn="r"/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2026.10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今天实验课：做什么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19175" y="1371600"/>
            <a:ext cx="9693275" cy="114300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把列表交互从「每个 li 各绑一次」改造为「父容器统一接管」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并且用运行证据证明你的修复是真的有效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19810" y="2674620"/>
          <a:ext cx="10881360" cy="2788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7223760"/>
              </a:tblGrid>
              <a:tr h="69723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要做什么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69723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任务1　事件委托重构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createElement + dataset.id；删除与切换统一交给父容器；处理 closest() 的空值边界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任务2　AI-2 调试挑战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诊断一段缺陷代码，按五步法留下记录，提交两种测试结果截图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69723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任务3　独立迁移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禁用 AI，自己手写新增一个「编辑」分支，并写一句话验证结果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回顾：W7 的做法留下一个隐患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5760720" cy="246888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W7：每次 render 都重建 li 并重新绑定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todos.forEach(t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li = document.createElement('li');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// 每个 li 都要绑一次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li.addEventListener('click',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() =&gt; toggleTodo(t.id));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list.appendChild(li);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76072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W7：循环绑定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4617720"/>
            <a:ext cx="7863840" cy="137160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W8：监听器只绑一次，绑在不被重画的父容器上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list.addEventListener('click', (e)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// 用 e.target 定位真正被点的那一个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4251959"/>
            <a:ext cx="786384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W8：事件委托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20840" y="1125220"/>
            <a:ext cx="5029200" cy="4937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隐患 1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li 每次重画，监听器随之消失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隐患 2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新增的节点必须再绑一次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隐患 3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监听器数量随任务数增长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本周的解法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监听器交给不会被重画的父容器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6108192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事件委托的立足点：监听器绑在不被重画的元素上，靠 e.target 定位真正被点到的那个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开始重构之前：先建好分支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60" y="1691640"/>
            <a:ext cx="6766560" cy="292608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① 确认当前在哪个分支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branch --show-current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② 分支不存在：创建并切换过去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switch -c feature/v2-event-delegation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③ 分支已存在：直接切过去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switch feature/v2-event-delegation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7665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三条命令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63840" y="1737360"/>
            <a:ext cx="3611880" cy="4937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为什么现在就建？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写完再建，隔离就晚了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改坏了可随时回退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本周提交要求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≥ 3 次有意义的提交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有分支，并且合并回 main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4892040"/>
            <a:ext cx="11292840" cy="68580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⚠ 不要等写完代码再建分支 —— 分支的作用是「隔离」，不是「归档」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5760720"/>
            <a:ext cx="10515600" cy="77724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任务1 的完整代码在 Git 仓库中验收 —— 提交记录本身就是你的过程证据</a:t>
            </a:r>
            <a:endParaRPr sz="1800" b="0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对比：循环绑定 → 事件委托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08760"/>
          <a:ext cx="10881359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4663439"/>
                <a:gridCol w="4754880"/>
              </a:tblGrid>
              <a:tr h="649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W7：循环绑定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W8：事件委托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监听器在哪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每个 li 上各绑一个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父容器 ul 上只绑一个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重画之后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监听器随 li 一起消失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不受影响，新节点无需重绑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定位哪一条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闭包捕获 t.id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e.target.closest('li') + dataset.id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区分操作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按钮上 stopPropagation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[data-action] 判断 + if / else 分流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" y="4983480"/>
            <a:ext cx="10881360" cy="77724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监听器绑在不被重画的元素上 —— 这就是事件委托的立足点</a:t>
            </a:r>
            <a:endParaRPr sz="21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5897880"/>
            <a:ext cx="10880725" cy="68580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本周不再使用 stopPropagation：委托模式下没有子级监听器可停，改用 data-action 分流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任务1：事件委托重构的三个关键点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905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渲染时写 id</a:t>
            </a:r>
            <a:endParaRPr sz="22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li.dataset.id = t.id;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按钮加 data-action="delete"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记住「我是谁、干什么」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905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交给父容器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监听器只绑在 ul 上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dataset.id 定位哪一条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data-action 区分什么操作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905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边界防御</a:t>
            </a:r>
            <a:endParaRPr sz="22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closest() 可能返回 null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点空白处不能报错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先挡住，再读属性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137160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&lt;li data-id="1739..."&gt;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&lt;span&gt;买牛奶&lt;/span&gt;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&lt;button data-action="delete"&gt;删除&lt;/button&gt;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&lt;/li&gt;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69848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渲染出来的结构（对照看）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代码骨架 上：render() 只负责「画」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7040880" cy="429768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render()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list.innerHTML = '';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todos.filter(byFilter).forEach(t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const li = document.createElement('li');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li.dataset.id = t.id;          // ① id 写进 DOM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const span = document.createElement('span');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span.textContent = t.text;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const del = document.createElement('button');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del.dataset.action = 'delete'; // ② 标记操作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del.textContent = '删除';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li.append(span, del);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list.appendChild(li);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704088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渲染：建元素 + 写标识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1691640"/>
            <a:ext cx="3886200" cy="498347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渲染函数不再做两件事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不给 li 绑监听器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不手动改某一块 DOM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为什么写 dataset.id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点击时靠它反查是哪一条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不要用数组下标当 id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为什么写 data-action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点击时靠它区分操作类型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新增操作不必改结构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6035040"/>
            <a:ext cx="11292840" cy="621792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改数据 → 保存 → 重渲染，这三步不变；变的只是「监听器不再跟着 li 一起重画」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代码骨架 下：父容器统一接管 + 三道防御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7589520" cy="452628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list.addEventListener('click', (e)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(!(e.target instanceof Element)) return;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item = e.target.closest('li');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(!item || !list.contains(item)) return;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id = item.dataset.id;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(!id) return;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delBtn = e.target.closest(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'[data-action="delete"]');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(delBtn &amp;&amp; item.contains(delBtn)) {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deleteTodo(id);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 else {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toggleTodo(id);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758952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一个监听器，处理所有 li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21040" y="1691640"/>
            <a:ext cx="3337560" cy="498347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三道防御（顺序不能反）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target 不是元素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closest 是 null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id 是空的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分流：删除与切换互斥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命中删除就只删除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其余情况才切换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为什么不用 stopPropagation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委托下没有子监听器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6172200"/>
            <a:ext cx="11292840" cy="566928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空值边界要挡在「读属性」之前 —— 先 if (!item) return; 再 item.dataset.id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任务1 自检：四个场景都对了吗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3931920"/>
                <a:gridCol w="3840480"/>
              </a:tblGrid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测试场景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应有的结果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动态新增任务后点击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能正常交互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没有重新绑定，靠委托生效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点击任务文字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只切换完成状态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不触发删除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点击删除按钮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只删除该条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不触发切换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点击列表空白处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什么都不发生，不报错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closest() 返回 null 被挡住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" y="4983480"/>
            <a:ext cx="10881360" cy="82296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第四项最容易被忽略：页面看不出异常，但控制台可能已经在报错</a:t>
            </a:r>
            <a:endParaRPr sz="1900" b="0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5943600"/>
            <a:ext cx="11292840" cy="621792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四个场景全部通过，任务1 才算完成；截图留在 AI 日志里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任务2：AI-2 调试挑战（五步法）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81328"/>
          <a:ext cx="10881360" cy="4160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63240"/>
                <a:gridCol w="7818120"/>
              </a:tblGrid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步骤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你的记录要写什么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① 观察现象（提取证据）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 deleteTodo 与 toggleTodo 里加 console.log，把控制台打印的内容抄下来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② 描述上下文（明确问题）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出问题的位置在哪、预期行为是什么、实际行为是什么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③ 先猜原因（严禁抄 AI）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我的假设是什么，依据是什么 —— 先自己写，再去问 AI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④ 实施修复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我改动了哪一行，修改的理由是什么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⑤ 运行验证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跑下方的统一测试表，5 个场景全部通过才算验证完成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追问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如果页面没崩、看起来还能用，我凭什么说它有问题？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任务2：这段缺陷代码，问题在哪一行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10881360" cy="384048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list.addEventListener('click', (e)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(!(e.target instanceof Element)) return;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item = e.target.closest('li');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(!item || !list.contains(item)) return;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id = item.dataset.id;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(!id) return;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delBtn = e.target.closest('[data-action="delete"]');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(delBtn &amp;&amp; item.contains(delBtn))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deleteTodo(id);          // ← 删除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toggleTodo(id);            // ← 删除之后，还会执行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缺陷代码（可换成你自己遇到过的）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5715000"/>
            <a:ext cx="10881360" cy="91440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CEC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层级错误？空值边界？—— 这两处代码里已经修好了</a:t>
            </a:r>
            <a:endParaRPr sz="1900" b="1">
              <a:solidFill>
                <a:srgbClr val="FCEC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CEC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真正的缺陷在第 11 行：删除之后，又执行了什么？</a:t>
            </a:r>
            <a:endParaRPr sz="1900" b="1">
              <a:solidFill>
                <a:srgbClr val="FCEC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观察：证据长什么样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6035040" cy="292608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deleteTodo(id)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console.log('[delete]', id);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todos = todos.filter(t =&gt; t.id !== id);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save(); render();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toggleTodo(id)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console.log('[toggle]', id);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// ...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03504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插桩：两个函数各加一行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0" y="169164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2F559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点击「删除」按钮后：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[delete] 1739827200000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[toggle] 1739827200000  ← 多出来的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0" y="1325880"/>
            <a:ext cx="502920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控制台实际输出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0" y="3246120"/>
            <a:ext cx="5029200" cy="178308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页面表现：任务确实被删掉了</a:t>
            </a:r>
            <a:endParaRPr sz="19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看起来一切正常</a:t>
            </a:r>
            <a:endParaRPr sz="1900" b="0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但多打印了一行 [toggle]</a:t>
            </a:r>
            <a:endParaRPr sz="19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4709160"/>
            <a:ext cx="6035040" cy="1417320"/>
          </a:xfrm>
          <a:prstGeom prst="roundRect">
            <a:avLst>
              <a:gd name="adj" fmla="val 3000"/>
            </a:avLst>
          </a:prstGeom>
          <a:solidFill>
            <a:srgbClr val="2F559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② 上下文：出问题的位置在第 11 行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预期：点删除 → 只调用 deleteTodo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实际：deleteTodo 之后又调用了 toggleTodo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6035040"/>
            <a:ext cx="11292840" cy="621792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看起来没崩 ≠ 没有问题 —— 证据就是控制台里多出来的那一行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修复：让删除与切换互斥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7315200" cy="246888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sel = '[data-action="delete"]';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delBtn = e.target.closest(sel);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(delBtn &amp;&amp; item.contains(delBtn)) {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deleteTodo(id);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 else {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toggleTodo(id);   // ← 只在不删除时切换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731520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修复后的分流（绿字，卡住 5 分钟再看）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38160" y="1737360"/>
            <a:ext cx="3566160" cy="4937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修复理由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删除与切换是互斥的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不是「先删再切」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为什么不用 stopPropagation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委托下没有子监听器可停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只能靠条件分流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验证要看什么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点删除时只打印 [delete]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4343400"/>
            <a:ext cx="7315200" cy="1280160"/>
          </a:xfrm>
          <a:prstGeom prst="roundRect">
            <a:avLst>
              <a:gd name="adj" fmla="val 3000"/>
            </a:avLst>
          </a:prstGeom>
          <a:solidFill>
            <a:srgbClr val="2F559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修复后：点击「删除」按钮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[delete] 1739827200000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只剩一行 —— 修复到此才算被证明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92840" cy="64008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根因是「操作分流缺失」，不是层级错误，也不是空值边界 —— 三种缺陷的根因完全不同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验证：统一测试表（5 个场景全跑通）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600200"/>
          <a:ext cx="10515600" cy="3566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0"/>
                <a:gridCol w="4846320"/>
              </a:tblGrid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测试场景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实际结果（自己填）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点击任务文字，只切换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点击删除按钮，只删除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点击删除按钮里的文字 / 图标，正确删除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点击列表空白处，不报错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动态新增任务后，能正常交互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22960" y="5257800"/>
            <a:ext cx="10515600" cy="64008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两张截图进 AI 日志：原错误场景（修复前点删除）+ 边界场景（点列表空白处）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6080760"/>
            <a:ext cx="11292840" cy="566928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5 个场景全部跑通才算验证完成 —— 只跑通「正常点击」不算证据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任务3：独立迁移「编辑」分支（禁用 AI）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658368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接下来这个任务 不要使用任何 AI 工具，自己手写</a:t>
            </a:r>
            <a:endParaRPr sz="21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669280" cy="44805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新增一种操作：编辑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按钮加 data-action="edit"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点编辑 → 取当前文本 → 输入新文本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→ 改数据 → 保存 → 重渲染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结构：if 删除 / else if 编辑 / else 切换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边界：空输入拦住，trim() 后为空不改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675120" y="2194560"/>
            <a:ext cx="4754880" cy="306324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做完要留下两句话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我是否用了 AI（如实勾选）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独立验证结果：我测试了【　　】场景，结果是【　　】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用了 AI 也要写清楚：</a:t>
            </a:r>
            <a:endParaRPr sz="18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用在哪、能不能脱离 AI 完成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5440680"/>
            <a:ext cx="11292840" cy="68580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重点是自己手写 —— 写不出来也要能说清卡在哪一步，这也是一条有效记录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任务3：参考答案与评价维度（绿字）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7498079" cy="274320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editBtn = e.target.closest('[data-action="edit"]');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(delBtn &amp;&amp; item.contains(delBtn)) {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deleteTodo(id);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 else if (editBtn &amp;&amp; item.contains(editBtn)) {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text = prompt('修改任务', t.text);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(text &amp;&amp; text.trim()) updateTodo(id, text.trim());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 else {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toggleTodo(id);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7498079" cy="38989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参考实现（简化写法）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0" y="1737360"/>
            <a:ext cx="3474720" cy="4937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四个评价维度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事件怎么被识别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状态在哪里被改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改动怎么反映到界面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边界有没有挡住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参考答案只作对照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写不出来先交自己的版本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4663440"/>
            <a:ext cx="7498079" cy="132588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updateTodo 仍然要守住 W7 的三步：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改数据 → save() → render()；不改原数组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6126480"/>
            <a:ext cx="11292840" cy="621792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把参考答案用绿字展示后，对照自己的写法，把差异写进 AI 日志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常见错误与对策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4114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3931920"/>
                <a:gridCol w="3840480"/>
              </a:tblGrid>
              <a:tr h="5878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现象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根因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对策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点删除按钮取到 undefined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e.target 是按钮，id 在 li 上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closest('li').dataset.id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点空白报 Cannot read null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closest 返回 null 后仍读属性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先挡 null，再读属性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删除之后又切换了一次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 else，两个分支都执行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删除与切换互斥分流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新增的节点点了没反应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监听器还绑在 li 上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绑到父容器 ul 上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stopPropagation 不管用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委托下没有子监听器可停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 data-action 判断分流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删除时删错了行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拿数组下标当 id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 dataset.id（唯一标识）</a:t>
                      </a:r>
                      <a:endParaRPr sz="1800" b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806440"/>
            <a:ext cx="11292840" cy="658368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六种错误里，前三种本周必现 —— 出现哪一种，先回到第 8 页的三道防御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Git：分支开发与提交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6675120" cy="306324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branch --show-current        # ① 确认分支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switch feature/v2-event-delegation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status                       # ② 看改了什么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add -A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commit -m "refactor: 事件委托重构"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switch main                  # ③ 合并回主干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merge feature/v2-event-delegation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67512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常用命令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9520" y="1737360"/>
            <a:ext cx="4114800" cy="4937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本周要求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≥ 3 次有意义的提交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用了分支，并合并回 main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拆成三次提交的一种可能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① 渲染改造（写 id 与 action）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② 父容器监听器与三道防御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③ 修复分流 + 编辑分支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4983480"/>
            <a:ext cx="11292840" cy="68580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提交记录就是过程证据 —— 一次提交一个明确的改动，回退时才知道退到哪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5852160"/>
            <a:ext cx="10881360" cy="77724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仓库只要求：AI 日志里填的链接能公开访问，并且是你自己的</a:t>
            </a:r>
            <a:endParaRPr sz="1800" b="0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提交物四项 + 提交前自查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881360" cy="86868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Git 仓库链接　② AI 协作记录（含五步法证据）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任务2 的两种测试结果截图　④ T2 命题任务·JS 轮（小组作业，第9周理论课前提交）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5394960" cy="429767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□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li 上没有监听器？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□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新增任务无需重绑即可交互？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□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点击空白处不报错？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□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点删除只打印 [delete]？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□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 点任务文字只切换？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0" y="2377440"/>
            <a:ext cx="5120640" cy="429767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□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 null 挡在读属性之前？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□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 编辑分支能改文本？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□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 空输入被拦住了？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□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 Git ≥3 次提交 + 分支 + 合并？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□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AI 日志三个任务都填了？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6172200"/>
            <a:ext cx="11292840" cy="566928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提交方式：提交更新后的 AI 日志，里面包含可公开访问的 Git 仓库链接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2"/>
  <p:tag name="KSO_WM_UNIT_ID" val="_1*y*2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3"/>
  <p:tag name="KSO_WM_UNIT_ID" val="_1*y*3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4"/>
  <p:tag name="KSO_WM_UNIT_ID" val="_1*y*4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2*i*3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2*i*4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3*i*2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3*i*4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4*i*1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4*i*4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5*i*1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5*i*4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6*i*4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7*i*4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8*i*7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8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8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SHOW_EDIT_AREA_INDICATION" val="0"/>
  <p:tag name="KSO_WM_TEMPLATE_THUMBS_INDEX" val="1、4、5、6、7、8、9、11、13"/>
  <p:tag name="KSO_WM_TEMPLATE_SUBCATEGORY" val="0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8"/>
  <p:tag name="KSO_WM_TEMPLATE_MASTER_TYPE" val="1"/>
</p:tagLst>
</file>

<file path=ppt/tags/tag192.xml><?xml version="1.0" encoding="utf-8"?>
<p:tagLst xmlns:p="http://schemas.openxmlformats.org/presentationml/2006/main">
  <p:tag name="commondata" val="eyJoZGlkIjoiMmJjNjQ4Nzg3M2YyZjZkNGVhYWUxNjZmMjIyOWVhMG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5D53C4"/>
      </a:accent1>
      <a:accent2>
        <a:srgbClr val="815EC5"/>
      </a:accent2>
      <a:accent3>
        <a:srgbClr val="4B58C3"/>
      </a:accent3>
      <a:accent4>
        <a:srgbClr val="5697A8"/>
      </a:accent4>
      <a:accent5>
        <a:srgbClr val="54AD9D"/>
      </a:accent5>
      <a:accent6>
        <a:srgbClr val="53C495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6809</Words>
  <Application>WPS 演示</Application>
  <PresentationFormat>宽屏</PresentationFormat>
  <Paragraphs>507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汉仪旗黑-85S</vt:lpstr>
      <vt:lpstr>黑体</vt:lpstr>
      <vt:lpstr>隶书</vt:lpstr>
      <vt:lpstr>Viner Hand ITC</vt:lpstr>
      <vt:lpstr>Consolas</vt:lpstr>
      <vt:lpstr>Arial Unicode MS</vt:lpstr>
      <vt:lpstr>Calibri</vt:lpstr>
      <vt:lpstr>Mongolian Baiti</vt:lpstr>
      <vt:lpstr>WPS</vt:lpstr>
      <vt:lpstr>1_Office 主题​​</vt:lpstr>
      <vt:lpstr>Web编程</vt:lpstr>
      <vt:lpstr>今天实验课：做什么</vt:lpstr>
      <vt:lpstr>回顾：W7 的做法留下一个隐患</vt:lpstr>
      <vt:lpstr>开始重构之前：先建好分支</vt:lpstr>
      <vt:lpstr>对比：循环绑定 → 事件委托</vt:lpstr>
      <vt:lpstr>任务1：事件委托重构的三个关键点</vt:lpstr>
      <vt:lpstr>代码骨架 上：render() 只负责「画」</vt:lpstr>
      <vt:lpstr>代码骨架 下：父容器统一接管 + 三道防御</vt:lpstr>
      <vt:lpstr>任务1 自检：四个场景都对了吗</vt:lpstr>
      <vt:lpstr>任务2：AI-2 调试挑战（五步法）</vt:lpstr>
      <vt:lpstr>任务2：这段缺陷代码，问题在哪一行</vt:lpstr>
      <vt:lpstr>① 观察：证据长什么样</vt:lpstr>
      <vt:lpstr>④ 修复：让删除与切换互斥</vt:lpstr>
      <vt:lpstr>⑤ 验证：统一测试表（5 个场景全跑通）</vt:lpstr>
      <vt:lpstr>任务3：独立迁移「编辑」分支（禁用 AI）</vt:lpstr>
      <vt:lpstr>任务3：参考答案与评价维度（绿字）</vt:lpstr>
      <vt:lpstr>常见错误与对策</vt:lpstr>
      <vt:lpstr>Git：分支开发与提交</vt:lpstr>
      <vt:lpstr>提交物四项 + 提交前自查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Hawk Cai</dc:creator>
  <cp:lastModifiedBy>蔡树彬</cp:lastModifiedBy>
  <cp:revision>157</cp:revision>
  <dcterms:created xsi:type="dcterms:W3CDTF">2023-08-09T12:44:00Z</dcterms:created>
  <dcterms:modified xsi:type="dcterms:W3CDTF">2026-10-20T05:28:52Z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2052-12.1.0.29161</vt:lpwstr>
  </property>
</Properties>
</file>